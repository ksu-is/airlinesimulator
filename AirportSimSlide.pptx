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D4D9F-BB52-4C1A-8197-B595A045A3C6}" v="1" dt="2025-11-30T21:00:59.304"/>
    <p1510:client id="{49182D84-C460-F9B7-1B96-DD6061AA5E1B}" v="457" dt="2025-11-30T20:49:31.75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30D17-0F50-B6E8-E8A7-F154DFFF76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12FE2-8A1E-3258-E54D-9AE1C6FC9C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D99F3A-B31E-F592-5EBA-758E18FD5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EF700-E8C2-6B4E-FD1D-15C88604A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3B0CF-14E1-B824-296B-82E80B50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3697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97C9F-0272-8A50-9E18-6CE1EDE94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C9F20-1699-FFE7-30AB-330354FB01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7F570C-B54F-AD82-E4D7-36EFAC41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A4B36-B72C-8393-F089-ECAD68D1FD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104C6A-C0B5-F1DF-CE5D-64348FFA4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26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9AA321-5FC4-EDB8-4D7C-D5EAE3DE5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1538C-FC5D-67C9-5E95-1D4FC4300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B67F42-95AA-8096-CC88-B74189925B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A8909-00C4-8576-078D-BF93FEA3D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4A49D1-A68D-C63A-ADD1-ADE107B4B1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790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3FD48-71A3-9907-1079-864E6B5DE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46AD27-5A84-F5A7-C24C-70655B2669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AA6F89-CC47-4899-9CED-7A7A6712AA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DEBABD-0EF4-DAA5-F55E-8AE489103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3C0121-4426-69CF-478B-5599B4B10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C162A9-7D54-EC4A-9CCE-19AB71EA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841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8AA8-AE8F-1E29-D912-1E2E49BB8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0F6AA4-F149-6CC6-FF84-7CAD9E6F2A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54932A-D83D-5610-625B-196B6C5A28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EDCFF22-3430-99FF-136B-02EA51D4ED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C20609-DDFB-7FEA-06E8-E8A657EB2C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255EC20-0313-731E-A15E-B7BA7CC84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ABD512-C7A9-3255-F641-3206F03C8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128A00-E013-4873-CA4A-4841831A5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34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2E52F-3532-A556-4B37-D3AC84A703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6298D1-A085-3F59-A77E-D83CF889F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B15234-C09F-B770-D8A7-58C3D9DF31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A8D026-55A8-8A87-2CC8-3E3A905324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84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1BEE60-1D4F-ED0C-1F12-7614921DA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D139C9-3693-9EFC-9415-BDD65F22F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8B8F83-8530-12AD-3C36-7E5CE96D7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00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D57E0-5500-3BE4-5961-616AB419D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6A8608-2492-DEB0-0B50-A2B507EB27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DB0DE2-1DA3-CA8B-B441-DC49B5DA6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778B95-CC28-AEA6-A283-9AD02EFE5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00BBF8-3297-3494-A960-8EBC4F065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DDB02C-71D6-BED2-5CF8-9D00A4A70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28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5C60-4DDD-1BC2-F5A8-644EF987F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4433F-5958-890C-36A1-2786165F54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CB3D06-6A0E-C3BB-FCD2-759D91E1A6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CDC79D-5D07-AB54-CC54-4AE427668D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35C660-D4DA-6146-3B5D-EC3DD3829D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F3D96B-2D6A-50F9-6DE7-DF522D993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8678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AFAA-A155-74E9-A6F4-7CB2C029D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C44538-3851-7C36-7052-4B02D2AA88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2F4C-F746-C8DE-0961-AA7EEEC2F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E7F207-6A86-7432-EC3B-3E97C460B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879635-6508-4387-FB84-B6286ECC7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27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D956D8-370F-A3B8-9AAF-50CC6C8A4D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0C485E-D018-5AE9-93C4-24D40CB85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FDD006-8CBF-3EF6-DA63-B4BB9B348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6E773-32CA-A634-61E0-4C80ABD4C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D2C0D-2BAB-8253-2D49-16882660A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27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45BFE4-54D8-28EF-CD5B-E3910C027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77B1FC-D0F3-F231-03F7-BF1287522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CE7E8D-0F0E-3561-6E78-4A432C8FD9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430499-2DAD-459D-9847-DD59B46ED527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CF7A4-F872-5247-833A-0E19FC7B03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1A77C5-F689-E234-B965-FD8DA54B0B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C4151C-82F4-429F-851B-CE0C9E32A29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3170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  <a:lumOff val="9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B4D5-2986-1111-1ADB-8FE6567A1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0786" y="-217"/>
            <a:ext cx="10336306" cy="1336768"/>
          </a:xfrm>
        </p:spPr>
        <p:txBody>
          <a:bodyPr>
            <a:normAutofit/>
          </a:bodyPr>
          <a:lstStyle/>
          <a:p>
            <a:pPr algn="ctr"/>
            <a:r>
              <a:rPr lang="en-US" sz="5400">
                <a:latin typeface="Aptos Mono"/>
                <a:ea typeface="+mn-lt"/>
                <a:cs typeface="+mn-lt"/>
              </a:rPr>
              <a:t>Airport Operations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E043E0-B36B-A300-3339-573694864E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83" y="6386112"/>
            <a:ext cx="6089737" cy="6352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600">
                <a:latin typeface="Miriam Fixed"/>
                <a:cs typeface="Miriam Fixed"/>
              </a:rPr>
              <a:t>Designed by Rowan Seskin and Gabrielle Godfrey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171307-E9A5-A0BD-BAF3-864E4EDF04D1}"/>
              </a:ext>
            </a:extLst>
          </p:cNvPr>
          <p:cNvSpPr txBox="1"/>
          <p:nvPr/>
        </p:nvSpPr>
        <p:spPr>
          <a:xfrm>
            <a:off x="5163813" y="4439725"/>
            <a:ext cx="7037025" cy="16004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i="1">
                <a:latin typeface="Miriam Fixed"/>
                <a:ea typeface="+mn-lt"/>
                <a:cs typeface="+mn-lt"/>
              </a:rPr>
              <a:t>Race against a 5-second countdown to assign incoming flights to the correct terminal gates in this fast-paced airport dispatcher challenge.</a:t>
            </a:r>
            <a:endParaRPr lang="en-US" sz="2000">
              <a:latin typeface="Miriam Fixed"/>
              <a:ea typeface="+mn-lt"/>
              <a:cs typeface="+mn-lt"/>
            </a:endParaRPr>
          </a:p>
          <a:p>
            <a:pPr algn="l"/>
            <a:endParaRPr lang="en-US"/>
          </a:p>
        </p:txBody>
      </p:sp>
      <p:pic>
        <p:nvPicPr>
          <p:cNvPr id="6" name="Content Placeholder 4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B9350DDC-1D83-E305-85E2-3A0D157A038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392" r="-208"/>
          <a:stretch>
            <a:fillRect/>
          </a:stretch>
        </p:blipFill>
        <p:spPr>
          <a:xfrm>
            <a:off x="120673" y="1302736"/>
            <a:ext cx="5029123" cy="4930060"/>
          </a:xfrm>
          <a:prstGeom prst="rect">
            <a:avLst/>
          </a:prstGeom>
        </p:spPr>
      </p:pic>
      <p:pic>
        <p:nvPicPr>
          <p:cNvPr id="7" name="Graphic 6" descr="Landing outline">
            <a:extLst>
              <a:ext uri="{FF2B5EF4-FFF2-40B4-BE49-F238E27FC236}">
                <a16:creationId xmlns:a16="http://schemas.microsoft.com/office/drawing/2014/main" id="{A62530A1-3493-A8A7-9972-73FAB9E684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894358" y="-8967"/>
            <a:ext cx="1295401" cy="1317814"/>
          </a:xfrm>
          <a:prstGeom prst="rect">
            <a:avLst/>
          </a:prstGeom>
        </p:spPr>
      </p:pic>
      <p:pic>
        <p:nvPicPr>
          <p:cNvPr id="8" name="Graphic 7" descr="Take Off outline">
            <a:extLst>
              <a:ext uri="{FF2B5EF4-FFF2-40B4-BE49-F238E27FC236}">
                <a16:creationId xmlns:a16="http://schemas.microsoft.com/office/drawing/2014/main" id="{001F077B-9B25-5FA6-26C6-9335BEAC6C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-560" y="-11766"/>
            <a:ext cx="1239370" cy="130660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A47DE32-4608-B543-A128-4A05753F742C}"/>
              </a:ext>
            </a:extLst>
          </p:cNvPr>
          <p:cNvSpPr txBox="1"/>
          <p:nvPr/>
        </p:nvSpPr>
        <p:spPr>
          <a:xfrm>
            <a:off x="5659113" y="1719421"/>
            <a:ext cx="641872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 u="sng">
                <a:latin typeface="Boucherie Block"/>
              </a:rPr>
              <a:t>M a n a g e    t h e    M a d n e s </a:t>
            </a:r>
            <a:r>
              <a:rPr lang="en-US" sz="3200" b="1" u="sng" err="1">
                <a:latin typeface="Boucherie Block"/>
              </a:rPr>
              <a:t>s</a:t>
            </a:r>
            <a:r>
              <a:rPr lang="en-US" sz="3200" b="1" u="sng">
                <a:latin typeface="Boucherie Block"/>
              </a:rPr>
              <a:t> .</a:t>
            </a:r>
            <a:r>
              <a:rPr lang="en-US" sz="3200" b="1">
                <a:latin typeface="Boucherie Block"/>
              </a:rPr>
              <a:t> </a:t>
            </a:r>
            <a:endParaRPr lang="en-US" sz="3200">
              <a:latin typeface="Boucherie Block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D818B8D-D3D2-7183-7BC0-52CD55ADA695}"/>
              </a:ext>
            </a:extLst>
          </p:cNvPr>
          <p:cNvSpPr txBox="1"/>
          <p:nvPr/>
        </p:nvSpPr>
        <p:spPr>
          <a:xfrm>
            <a:off x="6213559" y="2528162"/>
            <a:ext cx="5981700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 u="sng">
                <a:latin typeface="Boucherie Block"/>
              </a:rPr>
              <a:t>M a s t e r    t h e    G a t e s .</a:t>
            </a:r>
            <a:r>
              <a:rPr lang="en-US" sz="3200" b="1">
                <a:latin typeface="Boucherie Block"/>
              </a:rPr>
              <a:t> </a:t>
            </a:r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25B67AA-5A01-7D39-09A2-483771925EAC}"/>
              </a:ext>
            </a:extLst>
          </p:cNvPr>
          <p:cNvSpPr txBox="1"/>
          <p:nvPr/>
        </p:nvSpPr>
        <p:spPr>
          <a:xfrm>
            <a:off x="6367390" y="3443889"/>
            <a:ext cx="5174875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600" b="1" u="sng">
                <a:solidFill>
                  <a:srgbClr val="C00000"/>
                </a:solidFill>
                <a:latin typeface="Boucherie Block"/>
              </a:rPr>
              <a:t>B e a t    t h e    C l o C k .</a:t>
            </a:r>
            <a:endParaRPr lang="en-US" sz="3600" u="sng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403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213</TotalTime>
  <Words>76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Aptos Mono</vt:lpstr>
      <vt:lpstr>Arial</vt:lpstr>
      <vt:lpstr>Boucherie Block</vt:lpstr>
      <vt:lpstr>Miriam Fixed</vt:lpstr>
      <vt:lpstr>Office Theme</vt:lpstr>
      <vt:lpstr>Airport Operations Game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Rowan Seskin</dc:creator>
  <cp:lastModifiedBy>Rowan Seskin</cp:lastModifiedBy>
  <cp:revision>2</cp:revision>
  <dcterms:created xsi:type="dcterms:W3CDTF">2025-11-30T17:27:28Z</dcterms:created>
  <dcterms:modified xsi:type="dcterms:W3CDTF">2025-11-30T21:00:59Z</dcterms:modified>
</cp:coreProperties>
</file>